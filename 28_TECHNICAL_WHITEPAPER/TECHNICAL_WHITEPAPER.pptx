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Ui-Core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ui-core</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ui-core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ui-core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ui-core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ui-core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ui-core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ui-core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